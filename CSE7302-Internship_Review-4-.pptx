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9" r:id="rId2"/>
    <p:sldId id="270" r:id="rId3"/>
    <p:sldId id="261" r:id="rId4"/>
    <p:sldId id="262" r:id="rId5"/>
    <p:sldId id="263" r:id="rId6"/>
    <p:sldId id="264" r:id="rId7"/>
    <p:sldId id="265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9" r:id="rId16"/>
    <p:sldId id="280" r:id="rId17"/>
    <p:sldId id="281" r:id="rId18"/>
    <p:sldId id="284" r:id="rId19"/>
    <p:sldId id="285" r:id="rId20"/>
    <p:sldId id="286" r:id="rId21"/>
    <p:sldId id="287" r:id="rId22"/>
    <p:sldId id="288" r:id="rId23"/>
    <p:sldId id="289" r:id="rId24"/>
    <p:sldId id="290" r:id="rId25"/>
    <p:sldId id="291" r:id="rId26"/>
    <p:sldId id="282" r:id="rId27"/>
    <p:sldId id="283" r:id="rId28"/>
    <p:sldId id="267" r:id="rId29"/>
    <p:sldId id="26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74" autoAdjust="0"/>
    <p:restoredTop sz="95706" autoAdjust="0"/>
  </p:normalViewPr>
  <p:slideViewPr>
    <p:cSldViewPr snapToGrid="0">
      <p:cViewPr varScale="1">
        <p:scale>
          <a:sx n="95" d="100"/>
          <a:sy n="95" d="100"/>
        </p:scale>
        <p:origin x="317" y="72"/>
      </p:cViewPr>
      <p:guideLst/>
    </p:cSldViewPr>
  </p:slid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8B91F7-0A31-4809-8E31-54F32ACD1E72}" type="datetimeFigureOut">
              <a:rPr lang="en-GB" smtClean="0"/>
              <a:t>09/04/2026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5A70FC-228F-4487-8E14-68CAD584041B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764507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815565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4563461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5A70FC-228F-4487-8E14-68CAD584041B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99349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EB448-544F-1163-CF6D-D801EF6DAB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40B45-37FF-28D2-69C1-D8842A0F2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61B0F3-96B9-62B2-E1C5-4D3D4823B8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66083A-C1B7-4B46-82C5-289BB6E6D5A4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B3F67-E836-5AA2-B32D-A0C3A9333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1EEA5E-DC19-ABCD-6267-C545BA7771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9472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50CDE-F21A-AC1C-7DD9-906370B0FA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39EE0-A89B-B238-94A4-DB32BBD14E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BAB674-71DE-8BA7-9D0E-C99F6B3C0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1009650" cy="365125"/>
          </a:xfrm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72554B-0ACB-E334-5BBE-7A83BFE3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062A5-E36B-5C05-6C36-F8372F2C1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32F6845-8F47-4AB8-B9CE-96D88E74170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90550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2CC90-B089-5E25-D480-B40D5123B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671185-327E-E435-EB8B-F143CAF78D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DDF86-F686-ACE8-6852-5CEADD9A28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3E8F52-857A-4C89-954C-57943DB51290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58F106-1FED-5AA1-CFDF-7FE2105071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45F0D7-F550-D351-1F6B-36B665CA0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520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98191-3055-3CE7-ABAB-BF52255689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07F01E-C1BB-CFE3-1062-5A8CAD20F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F16ED-635D-3C12-AE3C-37A43EAF14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80B84D-A3CA-9B7E-B7BB-4C18C1812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BD7B4D-DDD6-4CA2-87A0-9BDD5E5268EC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881B66-06CA-0AE9-B95B-21A45DC5B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B7665D-74F3-FC85-8C37-77F440223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9702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1306E-11E1-8AB1-AF32-6F074D3C8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8E7AAE-4628-F916-89C8-10A970EC9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D7C0B7-4F02-5995-1FB1-8FB2DD1259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504026-A61A-C06F-3EA6-94F595A47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FF7FD0-380B-75A4-D9B0-F7EBC341DD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80AA233-A9EB-E98D-4DDF-BC4B72808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0D9E5-0635-43A8-8973-488E7408FAF7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5E8074-1361-E322-F42C-F5D714099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9FECA-EE46-D87A-F259-E8022C362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634304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DB92FB-DA41-9013-AE3A-5882CEEE8B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2620A1-C0CA-1D0E-E85E-5C1326F8CB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D0CEA8-D591-4CC9-939A-A3BE6FD93E89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3BD8B1-5363-075D-CDCC-8CAC0A6A7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E4555F-1DC7-94CF-74D7-21521EE939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821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497F04-5F5B-E4F7-0A48-A1FBAC01C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E2297-DC8B-48E6-B6D6-34773F9A5984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DCC3BA-DF88-8CE4-AB31-983A3C796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17982A-25A2-0FA2-0BC4-48C8775F8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3842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17936-1384-3D53-34C7-E638688EF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08029-8ADE-BDA5-4C8D-31C36155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6CB47A-C96A-8918-E1EB-9A8DBEC727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65CB0D-C5CF-96B6-5923-222D7E403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C2A547-6E4B-4188-9BD5-035CB9C4BCC5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A0E17E-D21B-9F95-DB42-019C9AB1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31A4E0-3F3F-3857-C2B7-EEDD3DF99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921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EDF05-F2AE-B072-8E2E-CB4CF5B08F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0EF8F1-DFA6-282F-E8CD-83826A12E4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808D68-B430-9A5B-4A9B-8549EA20AC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02EBD-67C3-A4B8-A83C-896997C53E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06E29-16A1-4AAE-B55B-4E3DB7265605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B00B68-5333-C602-6799-3D1B2E434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925F4-1AF9-E8B5-0534-4714B5FAF5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799969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011F1-D172-AE20-8D21-0A938E210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8E52B7-EB5E-AF2A-3525-5B4BBFD15A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6D7DCF-1783-47F8-CDB8-8B7167ECD0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C26915-BE00-456E-A9CA-DB9FE1FD674A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6968A7-C083-F20B-0369-2067E75D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55429C-96E8-1064-0F87-6D95D15F93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4876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6A47F57-697A-B97E-DD3A-2910D126C5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3F252A-D3F9-0BB4-D962-668169761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B93D65-8824-8EBE-4CB8-E4D7750FE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A2D233-408A-4415-B919-B7ECAA5043E2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1EA1BA-06A5-9F5B-136C-80EDFD72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63C8CA-61F8-0704-0F6E-DDDD2B998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48782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09843D-C7AC-7DCA-D2A1-30C29BBAB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2A0867-11DA-F019-8907-1B3D8BD7C7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0DD53F-CA45-CCAE-9ADB-5B0F61393A1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EAC608B-7A9F-4336-97A2-89908E443DAD}" type="datetime1">
              <a:rPr lang="en-IN" smtClean="0"/>
              <a:t>09-04-2026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91FF70-F320-3E09-D811-B610D38CEA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947EA-7073-9466-0549-46E86F1C89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2F6845-8F47-4AB8-B9CE-96D88E741707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1945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</a:t>
            </a:r>
            <a:r>
              <a:rPr lang="en-GB" sz="17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Sunil Kumar Sahoo</a:t>
            </a:r>
            <a:endParaRPr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Associate Professor</a:t>
            </a:r>
            <a:endParaRPr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CSE</a:t>
            </a:r>
            <a:endParaRPr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156411" y="4130278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 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 .Tech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Dr. Gopal Krishna Shyam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 Dr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. Sreehari T M</a:t>
            </a:r>
            <a:endParaRPr lang="en-US" sz="2000" b="1" i="0" u="none" strike="noStrike" cap="none" dirty="0">
              <a:solidFill>
                <a:schemeClr val="accent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Coordinator: Dr. Md Ziaur Rahman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			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CSE7302 -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Review-4 Presentation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UDYOG SAARTHI CONNECT DEVELOPMENT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1618207"/>
              </p:ext>
            </p:extLst>
          </p:nvPr>
        </p:nvGraphicFramePr>
        <p:xfrm>
          <a:off x="601909" y="1911875"/>
          <a:ext cx="5321552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950282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Pruthvi B 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20221ISE0088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8-ISE-02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67245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Content</a:t>
            </a:r>
            <a:endParaRPr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ea typeface="Cambria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704516" y="902370"/>
            <a:ext cx="10668000" cy="4271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Roadmap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Implementation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endParaRPr lang="en-IN" sz="2000" b="1" dirty="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95300" indent="-342900" algn="just"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sz="20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2940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7832" y="365126"/>
            <a:ext cx="10655968" cy="1110748"/>
          </a:xfrm>
        </p:spPr>
        <p:txBody>
          <a:bodyPr/>
          <a:lstStyle/>
          <a:p>
            <a:r>
              <a:rPr lang="en-US" sz="3200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FDF115C-3E0D-7724-8E16-038144789E8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95300" y="1335462"/>
            <a:ext cx="10104737" cy="38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Qapture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Nexus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technology startup registered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MSME-certified organization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focused on developing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and high-performance web applications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address real-world digital requirements.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Makes Us Different: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 on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design and performance optimization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 methodology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rapid and efficient delivery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Leadership &amp; Vision: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Mentored by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Founder &amp; CEO Ms. Gayathri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company aims to deliver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innovative, scalable, and reliable digital solutions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bridge the gap between business needs and technology.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8138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7A9E394-88DF-9E94-AF4B-7A00DE9D57F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65747" y="1251928"/>
            <a:ext cx="9329153" cy="44730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Udyog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Saarthi</a:t>
            </a:r>
            <a:r>
              <a:rPr lang="en-US" alt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App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This technology bridges the gap between traditional websites and native mobile apps, offering an app-like experience directly through a web browser.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&amp; Concepts Involved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application architecture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(Admin and User)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accessible UI design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Frontend–backend system integration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Built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HTML5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semantic structure,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CSS3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responsive styling 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JavaScript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core logic and interactivity.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Management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Operates entirely on the client side using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eliminating the need for a complex backend server while ensuring data persistence across sessions.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8682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your team and reporting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Web Application Developer Intern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Reporting Manager: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Ms. Gayathri (Founder &amp; CEO)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 Type: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Small, agile startup development team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Contribution: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responsive user interfaces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HTML5, CSS3, and JavaScript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Assisted in implementing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dashboards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Admin and User modules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Integrated frontend components with backend APIs for data handling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UI accessibility and usability across devices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Contributed to building and maintaining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company web application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106966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Challenges Faced in Internship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4158179-4BE5-6147-6739-83EEE02F6F8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01053" y="1669861"/>
            <a:ext cx="10836442" cy="28766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Understanding real-world business requirements and project expectations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a system with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 roles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(Admin and User) and managing role-based access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Translating problem statements into effective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and logical solutions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Managing application data and state for smooth and consistent performance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Balancing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and implementation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while working in a startup environment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6156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C3E9DE5B-004E-9CED-9A05-78C921B48D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2821" y="1352933"/>
            <a:ext cx="11133220" cy="36697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design and develop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user-centric web application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meets real-world business requirements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a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multi-role system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supporting Admin and User functionalities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and accessible user interfaces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using modern web technologies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integrate frontend components with backend systems for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efficient data handling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follow an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Agile development approach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iterative improvement and timely delivery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scalable and maintainable digital solutions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organizational use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63347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>
            <a:normAutofit/>
          </a:bodyPr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28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z="2000" smtClean="0"/>
              <a:pPr>
                <a:defRPr/>
              </a:pPr>
              <a:t>8</a:t>
            </a:fld>
            <a:endParaRPr lang="en-US" altLang="en-US" sz="2000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415C1360-78CA-1F63-5843-12849E6B42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8969" y="1469538"/>
            <a:ext cx="11165306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Global Unemployment: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Statistics show that Persons with Disabilities (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PwDs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) face a 64% unemployment rate due to inaccessible recruitment platforms.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Government Mandates: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Indian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RPwD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Act (2016) mandates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4% job reservation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but a centralized tool is needed to help candidates find these specific roles.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Accessibility Standards: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Research highlights that following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WCAG 2.1 guidelines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(screen readers, high contrast) is essential for inclusive digital portals.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Technological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Shift:</a:t>
            </a:r>
            <a:r>
              <a:rPr lang="en-US" altLang="en-US" sz="2000" dirty="0" err="1">
                <a:latin typeface="Arial" panose="020B0604020202020204" pitchFamily="34" charset="0"/>
              </a:rPr>
              <a:t>PwDs</a:t>
            </a:r>
            <a:r>
              <a:rPr lang="en-US" altLang="en-US" sz="2000" dirty="0">
                <a:latin typeface="Arial" panose="020B0604020202020204" pitchFamily="34" charset="0"/>
              </a:rPr>
              <a:t> and parents often unaware of </a:t>
            </a:r>
            <a:r>
              <a:rPr lang="en-US" altLang="en-US" sz="2000" b="1" dirty="0">
                <a:latin typeface="Arial" panose="020B0604020202020204" pitchFamily="34" charset="0"/>
              </a:rPr>
              <a:t>training opportunities</a:t>
            </a:r>
            <a:r>
              <a:rPr lang="en-US" altLang="en-US" sz="2000" dirty="0">
                <a:latin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Existing portals like LinkedIn lack specialized filtering by "disability type," proving the need for a dedicated system like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Udyog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Saarthi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2927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 /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Development Progress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 Module: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Created the main landing page that acts as the "home base" for the app, featuring a responsive design and clear navigation for all users.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Module: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Built the signup system where users can create an account and specify their disability type to get personalized job matches.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 Module: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Developed the secure sign-in page that verifies user credentials and directs them to their specific dashboard 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Module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Created the admin dashboard where the admin can post a job &amp;view applications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Handling: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Successfully linked these forms to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Local Storage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so user information is saved and remembered by the browser.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524770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391274" cy="1138554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9920" y="1503679"/>
            <a:ext cx="10723880" cy="3738881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do not provide clear visibility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government-mandated 4% reserved job opportunities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These platforms lack of  design, structured role management, and transparency in recruitment processes.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leads to: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access to suitable job opportunities for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PwDs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Difficulty in navigating job portals due to poor accessibility support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awareness about legally reserved employment options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Reduced transparency in application status and employer feedback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Increased unemployment and underrepresentation of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PwDs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workforce</a:t>
            </a:r>
          </a:p>
          <a:p>
            <a:pPr marL="0" indent="0">
              <a:buNone/>
            </a:pP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4505980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>
            <a:no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 Requirements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Windows 10/11, macOS, or Linux.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Editor: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Visual Studio Code (VS Code).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Stack: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HTML5, CSS3, JavaScript and Typescript..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Browsers: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Chrome, Edge, or Firefox (latest versions).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Browser Local Storage API for data persistence.</a:t>
            </a:r>
          </a:p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Requirements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Any standard laptop or PC for development and testing.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connection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1286960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pPr marL="152400" algn="just">
              <a:lnSpc>
                <a:spcPct val="100000"/>
              </a:lnSpc>
              <a:spcBef>
                <a:spcPts val="0"/>
              </a:spcBef>
            </a:pPr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Proposed System/Work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27225" y="6356350"/>
            <a:ext cx="2743200" cy="365125"/>
          </a:xfrm>
        </p:spPr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12</a:t>
            </a:fld>
            <a:endParaRPr lang="en-US" altLang="en-US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D825BFC8-DE13-85BF-3CD7-41921433969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44906" y="1166160"/>
            <a:ext cx="11449698" cy="39805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Users: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provides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intuitive interface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allows users to access features easily across devices. It improves overall user experience through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responsive design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faster navigation, and reduced complexity while interacting with the application.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Admins: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Administrators gain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control over system operations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user management and workflow monitoring. The system reduces manual effort by offering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structured dashboards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efficient data handling, quicker decision-making, and improved operational efficiency.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Society: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platform promotes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accessibility and inclusiveness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encouraging the use of user-friendly and scalable web solutions. It supports digital transformation for organizations, leading to improved service delivery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66521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D3182-94C9-A6CD-1763-1654415C0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DESIGN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C63592-7403-178B-F3DE-73F92E2A6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DA36021-ADCC-F799-399A-9D7260D126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27225" y="6356350"/>
            <a:ext cx="2743200" cy="365125"/>
          </a:xfrm>
        </p:spPr>
        <p:txBody>
          <a:bodyPr/>
          <a:lstStyle/>
          <a:p>
            <a:fld id="{F32F6845-8F47-4AB8-B9CE-96D88E741707}" type="slidenum">
              <a:rPr lang="en-IN" smtClean="0"/>
              <a:pPr/>
              <a:t>13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DDDD1055-B30E-0757-83E6-C3675F7042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756" y="1371621"/>
            <a:ext cx="11488189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Udyog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Saarthi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Connect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career portal where users enter their email and password to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acess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their account.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user registration  portal where users enter personal details, contact info, and upload a disability certificate to create an account.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 user dashboard a user can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apply </a:t>
            </a:r>
            <a:r>
              <a:rPr lang="en-US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jobs,so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 user can view the progress of it ,and upload Resumes for any queries user can post user feedback to admin.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DASHB</a:t>
            </a: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OARD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admin to post new job listings by entering company details, job role, qualifications, salary, and requirements.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portal displays user feedback, where admins can view queries and respond directly to users.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also includes user management features where admins can track applications and approve or reject candidates.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28123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01CFE-8CAD-9223-A207-3930EAC32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138" y="136525"/>
            <a:ext cx="10871662" cy="1554163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E06B77-D365-DD38-7240-BEDD241DB5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378" y="1379913"/>
            <a:ext cx="11254047" cy="4797050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Login Page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and Admin enter email &amp; password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validates credentials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Redirects based on role (Admin/User)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Displays error for invalid login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Registration Page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 users create an account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Enter personal details (Name, Phone, DOB, Gender, Email, Aadhaar)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Select disability type &amp; upload certificate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stored for future login 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27CFB-2D0A-6ED4-625F-EF7BC94E68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C2A49E0-E40B-B64F-1833-11841513D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89283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CD842-0CB1-FA1D-D5C4-E49DFF8709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9258" y="415636"/>
            <a:ext cx="11037917" cy="5761327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available job listings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for jobs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 application status (Applied/Approved/Rejected)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queries/feedback to admin 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Admin Dashboard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total users &amp; job statistics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new job opportunities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View and manage user applications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Approve or reject candidates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Respond to user queries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D937A-D83A-C21E-8CFA-8ECBC3A924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F711B6E-6904-F2A2-8216-B14AC0CA63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91678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838EC8-A9CF-2B13-14CC-CDD4AB215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135" y="332509"/>
            <a:ext cx="11004665" cy="5844454"/>
          </a:xfrm>
        </p:spPr>
        <p:txBody>
          <a:bodyPr>
            <a:normAutofit fontScale="70000" lnSpcReduction="20000"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 Management Module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creates job posts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are displayed in user dashboard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apply and data is stored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monitors applicants 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Feedback &amp; Query System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submit questions/issues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views queries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sends replies directly </a:t>
            </a:r>
          </a:p>
          <a:p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Flow Summary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→ Login → Role Check → Dashboard Access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 manages jobs &amp; users 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apply and interact with system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96922D-A681-C563-41A1-336F0D28B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64B04-9FD3-07D2-99A6-479A67772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16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471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B8D711-FECC-64E5-F708-DAEB40C823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TESTING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6B7336-C99E-B227-17EF-FEA99F6C1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2F80EB-64C8-A26B-977A-DCDED2CFD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17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866B6671-4BDA-51A6-C7F0-07EF8A18F77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5142" y="1878447"/>
            <a:ext cx="11103616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Verify complete system functionality (Login, Registration, Admin &amp; User modules)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Test valid and invalid inputs for all forms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Check job posting, application, and approval process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 all pages are properly connected and working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Confirm system works correctly without major errors 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All modules successfully integrated.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517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DC71F-5DCE-E795-FDB4-A080E3929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OUTPUTS – Login page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BF1B9C-8D44-1DE5-4B39-2BDC0480B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53FF28-EA61-59DD-CC16-AC00F1C0F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18</a:t>
            </a:fld>
            <a:endParaRPr lang="en-IN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F0EE7C8-F1BC-33FA-01B1-244D0F58E9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785" y="1490654"/>
            <a:ext cx="8030095" cy="4200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3001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91041-AE77-F2BC-4C23-71E61925F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Registration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75CB4F0-A4D3-5F27-AD4C-39C05F540C1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76" y="1349495"/>
            <a:ext cx="8578735" cy="4433031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189C41-510A-A5BB-E0BF-45F514644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869A3E-26FE-E899-8AE4-EB47B6973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19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358322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3363BA-5C64-BF69-1075-A2F224B985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050" y="1"/>
            <a:ext cx="10892750" cy="1690688"/>
          </a:xfrm>
        </p:spPr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F95AB3CD-C4AB-B602-FED9-5570F93E70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071" y="1160142"/>
            <a:ext cx="9148463" cy="464214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A40ED6-ECF2-4F1B-A730-1FB9BC4B7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469E4A-9231-B40D-2B2E-5FAC66CFD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20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1456315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9DD4788-CF5F-A809-EDC1-EA54A2A49C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208" y="548641"/>
            <a:ext cx="9379312" cy="4804755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9B03E4-0999-0315-6730-A8B50AA51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D8506-AACB-75B8-36EC-0C8520B88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852887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C34AAB4-15A2-8DC5-60A1-9916DFFB39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8" y="424678"/>
            <a:ext cx="10241424" cy="5297098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B8570B-C02F-68C8-9DEE-96BFF69D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A4F27A-4A38-5A49-7F5E-DDE5090F9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8761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7EC322-D145-81C8-9D37-8651CD979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488D69E6-7AC3-6DD6-68FC-4FEFC62FA7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153" y="1461733"/>
            <a:ext cx="8146473" cy="4071052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B2D5F8-7E14-769E-39C6-DB3E770C90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126119-9F53-ADDA-0C60-F4859CF1B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23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5378932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024B82A-7441-F934-E8FF-BB7101229B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19405"/>
            <a:ext cx="10052541" cy="515378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75D7C-E255-10BA-D48B-C7B2692D3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598775-12F7-45D5-2E86-8EDDDF297D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24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268115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23F066F-6234-3C4A-2E0A-DBFA864C5E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839" y="282633"/>
            <a:ext cx="10821088" cy="548427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451113-0856-7780-8FFB-5EB6E776F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EED138-4DE9-D8A1-36BC-245B6CA1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25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13296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6BD096-1742-958D-1001-894466F03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10D8A1-EF31-1B14-6979-8A287954AB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8523E8-27A7-4124-1DFB-D4BA9844A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26</a:t>
            </a:fld>
            <a:endParaRPr lang="en-IN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B494C20A-DC70-86EA-2D49-78EF6D87C65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65760" y="1792936"/>
            <a:ext cx="1098804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Core 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Bridged the employment gap for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Persons with Disabilities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by creating a specialized, accessible, and inclusive job-matching ecosystem.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Integrated Solutions: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Delivered a dual-functional platform featuring a user-friendly job portal and a robust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Admin Dashboard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streamlined job posting and applicant tracking.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Transparency &amp; Support: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Enhanced the recruitment experience through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Feedback Management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clear communication and dignity in every application outcome.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Impact: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Promoted financial independence and social inclusion by transforming the hiring process into an equitable journey based on talent, not limitations.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Future Vision: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scalable foundation built for AI-driven matching and global corporate partnerships to foster a diverse and representative workforce.</a:t>
            </a:r>
          </a:p>
        </p:txBody>
      </p:sp>
    </p:spTree>
    <p:extLst>
      <p:ext uri="{BB962C8B-B14F-4D97-AF65-F5344CB8AC3E}">
        <p14:creationId xmlns:p14="http://schemas.microsoft.com/office/powerpoint/2010/main" val="34573945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12D262-673B-0596-BE9C-07C220720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D444B6-B366-722F-5EA6-D973D8D78B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1767" y="1413164"/>
            <a:ext cx="10722033" cy="4763799"/>
          </a:xfrm>
        </p:spPr>
        <p:txBody>
          <a:bodyPr>
            <a:normAutofit fontScale="92500"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[1]K. Sharma and R. Gupta, “Design and Development of Online Job Portal System,”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180, no. 25, pp. 15–18, 2018.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 A. Verma and P. Singh, “Web-Based Recruitment System,”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Science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9, no. 2, pp. 45–49, 2018.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 M. Patel and K. Shah, “Online Job Portal Using Web Technologies,”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Engineering Research &amp; Technology (IJERT)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7, no. 5, pp. 234–238, 2019.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 R. Kumar et al., “A Study on Online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Recruitent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Systems,” </a:t>
            </a:r>
            <a:r>
              <a:rPr lang="en-IN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Scientific Research in Computer Science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6, no. 3, pp. 12–16, 2020.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 Sharma, S. K., &amp; Gupta, R. (2018). Design and development of online job portal system.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Computer Applications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180(25), 15–18.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 Verma, A., &amp; Singh, P. (2018). Web-based recruitment system. </a:t>
            </a:r>
            <a:r>
              <a:rPr lang="en-US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Advanced Research in Computer Science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9(2), 45–49.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D6F398-7B9E-2257-A2EC-24EC28571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4BFFB7-4443-4602-A990-B076C1CFE86C}" type="datetime1">
              <a:rPr lang="en-IN" smtClean="0"/>
              <a:pPr/>
              <a:t>09-04-2026</a:t>
            </a:fld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6D51CE-EDAD-408A-F2B0-764D891C6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2F6845-8F47-4AB8-B9CE-96D88E741707}" type="slidenum">
              <a:rPr lang="en-IN" smtClean="0"/>
              <a:pPr/>
              <a:t>27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83928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https://github.com/Pruthvi23330/CSE7302.git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6213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96605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7368</TotalTime>
  <Words>1856</Words>
  <Application>Microsoft Office PowerPoint</Application>
  <PresentationFormat>Widescreen</PresentationFormat>
  <Paragraphs>234</Paragraphs>
  <Slides>29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7" baseType="lpstr">
      <vt:lpstr>Arial</vt:lpstr>
      <vt:lpstr>Calibri</vt:lpstr>
      <vt:lpstr>Calibri Light</vt:lpstr>
      <vt:lpstr>Cambria</vt:lpstr>
      <vt:lpstr>Times New Roman</vt:lpstr>
      <vt:lpstr>Verdana</vt:lpstr>
      <vt:lpstr>Wingdings</vt:lpstr>
      <vt:lpstr>Office Theme</vt:lpstr>
      <vt:lpstr>PowerPoint Presentation</vt:lpstr>
      <vt:lpstr>Content</vt:lpstr>
      <vt:lpstr>About Company or Organization</vt:lpstr>
      <vt:lpstr>Working domain or the technology</vt:lpstr>
      <vt:lpstr>About your team and reporting Manager</vt:lpstr>
      <vt:lpstr>Challenges Faced in Internship</vt:lpstr>
      <vt:lpstr>Objectives of the work</vt:lpstr>
      <vt:lpstr>Literature Review</vt:lpstr>
      <vt:lpstr>Proposed System / Work</vt:lpstr>
      <vt:lpstr>Problem Statement</vt:lpstr>
      <vt:lpstr>System Requirements</vt:lpstr>
      <vt:lpstr>Advantages of Proposed System/Work</vt:lpstr>
      <vt:lpstr>SYSTEM DESIGN</vt:lpstr>
      <vt:lpstr>SYSTEM  IMPLEMENTATION</vt:lpstr>
      <vt:lpstr>PowerPoint Presentation</vt:lpstr>
      <vt:lpstr>PowerPoint Presentation</vt:lpstr>
      <vt:lpstr>SYSTEM TESTING</vt:lpstr>
      <vt:lpstr>OUTPUTS – Login page</vt:lpstr>
      <vt:lpstr>Registration page</vt:lpstr>
      <vt:lpstr>User Dashboard</vt:lpstr>
      <vt:lpstr>PowerPoint Presentation</vt:lpstr>
      <vt:lpstr>PowerPoint Presentation</vt:lpstr>
      <vt:lpstr>Admin Dashboard</vt:lpstr>
      <vt:lpstr>PowerPoint Presentation</vt:lpstr>
      <vt:lpstr>PowerPoint Presentation</vt:lpstr>
      <vt:lpstr>CONCLUSION</vt:lpstr>
      <vt:lpstr>REFERENCES</vt:lpstr>
      <vt:lpstr>Github Link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Gopalakrishnan N-Asst. Prof-CIV</dc:creator>
  <cp:lastModifiedBy>praju141@outlook.com</cp:lastModifiedBy>
  <cp:revision>722</cp:revision>
  <dcterms:created xsi:type="dcterms:W3CDTF">2022-10-14T07:18:17Z</dcterms:created>
  <dcterms:modified xsi:type="dcterms:W3CDTF">2026-04-09T05:14:07Z</dcterms:modified>
</cp:coreProperties>
</file>